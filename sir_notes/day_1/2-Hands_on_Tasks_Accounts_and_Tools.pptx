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TASK 2  ·  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Account Setup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accounts on the following platforms to build your professional and technical presence: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94560"/>
            <a:ext cx="548640" cy="548640"/>
          </a:xfrm>
          <a:prstGeom prst="ellipse">
            <a:avLst/>
          </a:prstGeom>
          <a:solidFill>
            <a:srgbClr val="12213E"/>
          </a:solidFill>
          <a:ln/>
        </p:spPr>
      </p:sp>
      <p:pic>
        <p:nvPicPr>
          <p:cNvPr id="7" name="Image 0" descr="icons/handshak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317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8620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Fiverr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2278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 for freelancing opportunities.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19659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194560"/>
            <a:ext cx="548640" cy="548640"/>
          </a:xfrm>
          <a:prstGeom prst="ellipse">
            <a:avLst/>
          </a:prstGeom>
          <a:solidFill>
            <a:srgbClr val="12213E"/>
          </a:solidFill>
          <a:ln/>
        </p:spPr>
      </p:sp>
      <p:pic>
        <p:nvPicPr>
          <p:cNvPr id="12" name="Image 1" descr="icons/briefcas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3317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8620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Upwork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26280" y="32278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 for projects and gigs.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46720" y="19659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75320" y="2194560"/>
            <a:ext cx="548640" cy="548640"/>
          </a:xfrm>
          <a:prstGeom prst="ellipse">
            <a:avLst/>
          </a:prstGeom>
          <a:solidFill>
            <a:srgbClr val="12213E"/>
          </a:solidFill>
          <a:ln/>
        </p:spPr>
      </p:sp>
      <p:pic>
        <p:nvPicPr>
          <p:cNvPr id="17" name="Image 2" descr="icons/networ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3317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75320" y="28620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275320" y="32278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professional profile.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2062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434840"/>
            <a:ext cx="548640" cy="548640"/>
          </a:xfrm>
          <a:prstGeom prst="ellipse">
            <a:avLst/>
          </a:prstGeom>
          <a:solidFill>
            <a:srgbClr val="12213E"/>
          </a:solidFill>
          <a:ln/>
        </p:spPr>
      </p:sp>
      <p:pic>
        <p:nvPicPr>
          <p:cNvPr id="22" name="Image 3" descr="icons/codebranch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7200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51023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77240" y="546811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 for version control and project hosting.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297680" y="42062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26280" y="4434840"/>
            <a:ext cx="548640" cy="548640"/>
          </a:xfrm>
          <a:prstGeom prst="ellipse">
            <a:avLst/>
          </a:prstGeom>
          <a:solidFill>
            <a:srgbClr val="12213E"/>
          </a:solidFill>
          <a:ln/>
        </p:spPr>
      </p:sp>
      <p:pic>
        <p:nvPicPr>
          <p:cNvPr id="27" name="Image 4" descr="icons/cloud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57200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26280" y="51023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Azure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526280" y="546811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free account for learning AI services.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46720" y="42062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2213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31" name="Image 5" descr="icons/checkcircle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4407408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78240" y="4389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Checklist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275320" y="48920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consistent name and photo across all five profiles for a unified professional identity.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Training Program  |  Hands-on Tasks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E2F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TASK 3  · 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Installation &amp; Setup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configure the following tools on your local machine before the next session: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1E2F5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77440"/>
            <a:ext cx="685800" cy="6858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8" name="Image 0" descr="icons/cod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551176"/>
            <a:ext cx="338328" cy="3383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246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7033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latest Python release and set up a virtual environment for your projects.</a:t>
            </a:r>
            <a:endParaRPr lang="en-US" sz="1150" dirty="0"/>
          </a:p>
        </p:txBody>
      </p:sp>
      <p:pic>
        <p:nvPicPr>
          <p:cNvPr id="11" name="Image 1" descr="icons/download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80060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15568" y="47731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before next session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343400" y="210312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1E2F5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17720" y="2377440"/>
            <a:ext cx="685800" cy="6858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5" name="Image 2" descr="icons/terminal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2551176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7720" y="3246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Studio Code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617720" y="37033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 Code as your primary code editor for hands-on labs and exercises.</a:t>
            </a:r>
            <a:endParaRPr lang="en-US" sz="1150" dirty="0"/>
          </a:p>
        </p:txBody>
      </p:sp>
      <p:pic>
        <p:nvPicPr>
          <p:cNvPr id="18" name="Image 3" descr="icons/download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480060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910328" y="47731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before next session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8138160" y="210312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1E2F5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412480" y="2377440"/>
            <a:ext cx="685800" cy="6858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2" name="Image 4" descr="icons/codebranch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16" y="2551176"/>
            <a:ext cx="338328" cy="3383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412480" y="3246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8412480" y="37033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 and complete basic configuration (user name, email) for version control.</a:t>
            </a:r>
            <a:endParaRPr lang="en-US" sz="1150" dirty="0"/>
          </a:p>
        </p:txBody>
      </p:sp>
      <p:pic>
        <p:nvPicPr>
          <p:cNvPr id="25" name="Image 5" descr="icons/download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4800600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705088" y="47731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before next session</a:t>
            </a:r>
            <a:endParaRPr lang="en-US" sz="950" dirty="0"/>
          </a:p>
        </p:txBody>
      </p:sp>
      <p:sp>
        <p:nvSpPr>
          <p:cNvPr id="27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Training Program  |  Hands-on Tasks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Hands-on Tasks: Account Setup &amp; Tool Installation</dc:title>
  <dc:subject>PptxGenJS Presentation</dc:subject>
  <dc:creator>Touseef Ahmed Abbasi</dc:creator>
  <cp:lastModifiedBy>Touseef Ahmed Abbasi</cp:lastModifiedBy>
  <cp:revision>1</cp:revision>
  <dcterms:created xsi:type="dcterms:W3CDTF">2026-07-03T06:32:30Z</dcterms:created>
  <dcterms:modified xsi:type="dcterms:W3CDTF">2026-07-03T06:32:30Z</dcterms:modified>
</cp:coreProperties>
</file>