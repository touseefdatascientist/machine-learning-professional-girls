
<file path=[Content_Types].xml><?xml version="1.0" encoding="utf-8"?>
<Types xmlns="http://schemas.openxmlformats.org/package/2006/content-types">
  <Default Extension="png" ContentType="image/png"/>
  <Default Extension="tmp"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 id="285" r:id="rId3"/>
    <p:sldId id="278" r:id="rId4"/>
    <p:sldId id="275" r:id="rId5"/>
    <p:sldId id="274" r:id="rId6"/>
    <p:sldId id="281" r:id="rId7"/>
    <p:sldId id="280" r:id="rId8"/>
    <p:sldId id="282" r:id="rId9"/>
    <p:sldId id="283" r:id="rId10"/>
    <p:sldId id="284" r:id="rId11"/>
    <p:sldId id="279" r:id="rId12"/>
    <p:sldId id="277" r:id="rId13"/>
    <p:sldId id="276"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416"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horizon.png"/>
          <p:cNvPicPr>
            <a:picLocks noChangeAspect="1"/>
          </p:cNvPicPr>
          <p:nvPr/>
        </p:nvPicPr>
        <p:blipFill>
          <a:blip r:embed="rId2" cstate="print"/>
          <a:srcRect t="33333"/>
          <a:stretch>
            <a:fillRect/>
          </a:stretch>
        </p:blipFill>
        <p:spPr>
          <a:xfrm>
            <a:off x="0" y="0"/>
            <a:ext cx="9144000" cy="4572000"/>
          </a:xfrm>
          <a:prstGeom prst="rect">
            <a:avLst/>
          </a:prstGeom>
        </p:spPr>
      </p:pic>
      <p:sp>
        <p:nvSpPr>
          <p:cNvPr id="4" name="Date Placeholder 3"/>
          <p:cNvSpPr>
            <a:spLocks noGrp="1"/>
          </p:cNvSpPr>
          <p:nvPr>
            <p:ph type="dt" sz="half" idx="10"/>
          </p:nvPr>
        </p:nvSpPr>
        <p:spPr/>
        <p:txBody>
          <a:bodyPr/>
          <a:lstStyle/>
          <a:p>
            <a:fld id="{31AE2A23-AFD1-4761-BCBD-6A0576487DF7}" type="datetimeFigureOut">
              <a:rPr lang="en-US" smtClean="0"/>
              <a:t>5/19/2024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ED85AA-5567-4F83-80E9-22FBD87E62A8}" type="slidenum">
              <a:rPr lang="en-US" smtClean="0"/>
              <a:t>‹#›</a:t>
            </a:fld>
            <a:endParaRPr lang="en-US"/>
          </a:p>
        </p:txBody>
      </p:sp>
      <p:sp>
        <p:nvSpPr>
          <p:cNvPr id="3" name="Subtitle 2"/>
          <p:cNvSpPr>
            <a:spLocks noGrp="1"/>
          </p:cNvSpPr>
          <p:nvPr>
            <p:ph type="subTitle" idx="1"/>
          </p:nvPr>
        </p:nvSpPr>
        <p:spPr>
          <a:xfrm>
            <a:off x="1219200" y="3886200"/>
            <a:ext cx="6400800" cy="1752600"/>
          </a:xfrm>
        </p:spPr>
        <p:txBody>
          <a:bodyPr>
            <a:normAutofit/>
          </a:bodyPr>
          <a:lstStyle>
            <a:lvl1pPr marL="0" indent="0" algn="ctr">
              <a:buNone/>
              <a:defRPr sz="1700" baseline="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2" name="Title 1"/>
          <p:cNvSpPr>
            <a:spLocks noGrp="1"/>
          </p:cNvSpPr>
          <p:nvPr>
            <p:ph type="ctrTitle"/>
          </p:nvPr>
        </p:nvSpPr>
        <p:spPr>
          <a:xfrm>
            <a:off x="685800" y="2007888"/>
            <a:ext cx="7772400" cy="1470025"/>
          </a:xfrm>
        </p:spPr>
        <p:txBody>
          <a:bodyPr/>
          <a:lstStyle>
            <a:lvl1pPr algn="ctr">
              <a:defRPr sz="3200"/>
            </a:lvl1pPr>
          </a:lstStyle>
          <a:p>
            <a:r>
              <a:rPr lang="en-US" smtClean="0"/>
              <a:t>Click to edit Master 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7924800" cy="1143000"/>
          </a:xfrm>
        </p:spPr>
        <p:txBody>
          <a:bodyPr/>
          <a:lstStyle/>
          <a:p>
            <a:r>
              <a:rPr lang="en-US" smtClean="0"/>
              <a:t>Click to edit Master title style</a:t>
            </a:r>
            <a:endParaRPr lang="en-US" dirty="0"/>
          </a:p>
        </p:txBody>
      </p:sp>
      <p:sp>
        <p:nvSpPr>
          <p:cNvPr id="4" name="Date Placeholder 3"/>
          <p:cNvSpPr>
            <a:spLocks noGrp="1"/>
          </p:cNvSpPr>
          <p:nvPr>
            <p:ph type="dt" sz="half" idx="10"/>
          </p:nvPr>
        </p:nvSpPr>
        <p:spPr/>
        <p:txBody>
          <a:bodyPr/>
          <a:lstStyle/>
          <a:p>
            <a:fld id="{31AE2A23-AFD1-4761-BCBD-6A0576487DF7}" type="datetimeFigureOut">
              <a:rPr lang="en-US" smtClean="0"/>
              <a:t>5/19/2024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ED85AA-5567-4F83-80E9-22FBD87E62A8}" type="slidenum">
              <a:rPr lang="en-US" smtClean="0"/>
              <a:t>‹#›</a:t>
            </a:fld>
            <a:endParaRPr lang="en-US"/>
          </a:p>
        </p:txBody>
      </p:sp>
      <p:sp>
        <p:nvSpPr>
          <p:cNvPr id="8" name="Content Placeholder 7"/>
          <p:cNvSpPr>
            <a:spLocks noGrp="1"/>
          </p:cNvSpPr>
          <p:nvPr>
            <p:ph sz="quarter" idx="13"/>
          </p:nvPr>
        </p:nvSpPr>
        <p:spPr>
          <a:xfrm>
            <a:off x="609600" y="1600200"/>
            <a:ext cx="79248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600" y="4962525"/>
            <a:ext cx="7885113" cy="1362075"/>
          </a:xfrm>
        </p:spPr>
        <p:txBody>
          <a:bodyPr anchor="t"/>
          <a:lstStyle>
            <a:lvl1pPr algn="l">
              <a:defRPr sz="3200" b="0" i="0" cap="all" baseline="0"/>
            </a:lvl1pPr>
          </a:lstStyle>
          <a:p>
            <a:r>
              <a:rPr lang="en-US" smtClean="0"/>
              <a:t>Click to edit Master title style</a:t>
            </a:r>
            <a:endParaRPr lang="en-US" dirty="0"/>
          </a:p>
        </p:txBody>
      </p:sp>
      <p:sp>
        <p:nvSpPr>
          <p:cNvPr id="3" name="Text Placeholder 2"/>
          <p:cNvSpPr>
            <a:spLocks noGrp="1"/>
          </p:cNvSpPr>
          <p:nvPr>
            <p:ph type="body" idx="1"/>
          </p:nvPr>
        </p:nvSpPr>
        <p:spPr>
          <a:xfrm>
            <a:off x="609600" y="3462338"/>
            <a:ext cx="7885113" cy="1500187"/>
          </a:xfrm>
        </p:spPr>
        <p:txBody>
          <a:bodyPr anchor="b">
            <a:normAutofit/>
          </a:bodyPr>
          <a:lstStyle>
            <a:lvl1pPr marL="0" indent="0">
              <a:buNone/>
              <a:defRPr sz="1700" baseline="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1AE2A23-AFD1-4761-BCBD-6A0576487DF7}" type="datetimeFigureOut">
              <a:rPr lang="en-US" smtClean="0"/>
              <a:t>5/19/2024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ED85AA-5567-4F83-80E9-22FBD87E62A8}"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1" name="Content Placeholder 10"/>
          <p:cNvSpPr>
            <a:spLocks noGrp="1"/>
          </p:cNvSpPr>
          <p:nvPr>
            <p:ph sz="quarter" idx="13"/>
          </p:nvPr>
        </p:nvSpPr>
        <p:spPr>
          <a:xfrm>
            <a:off x="609600" y="1600200"/>
            <a:ext cx="3733800" cy="4114800"/>
          </a:xfrm>
        </p:spPr>
        <p:txBody>
          <a:bodyPr/>
          <a:lstStyle>
            <a:lvl5pPr>
              <a:defRPr/>
            </a:lvl5pPr>
            <a:lvl6pPr>
              <a:buClr>
                <a:schemeClr val="tx2"/>
              </a:buClr>
              <a:buFont typeface="Arial" pitchFamily="34" charset="0"/>
              <a:buChar char="•"/>
              <a:defRPr/>
            </a:lvl6pPr>
            <a:lvl7pPr>
              <a:buClr>
                <a:schemeClr val="tx2"/>
              </a:buClr>
              <a:buFont typeface="Arial" pitchFamily="34" charset="0"/>
              <a:buChar char="•"/>
              <a:defRPr/>
            </a:lvl7pPr>
            <a:lvl8pPr>
              <a:buClr>
                <a:schemeClr val="tx2"/>
              </a:buClr>
              <a:buFont typeface="Arial" pitchFamily="34" charset="0"/>
              <a:buChar char="•"/>
              <a:defRPr/>
            </a:lvl8pPr>
            <a:lvl9pPr>
              <a:buClr>
                <a:schemeClr val="tx2"/>
              </a:buClr>
              <a:buFont typeface="Arial" pitchFamily="34" charset="0"/>
              <a:buChar char="•"/>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13" name="Content Placeholder 12"/>
          <p:cNvSpPr>
            <a:spLocks noGrp="1"/>
          </p:cNvSpPr>
          <p:nvPr>
            <p:ph sz="quarter" idx="14"/>
          </p:nvPr>
        </p:nvSpPr>
        <p:spPr>
          <a:xfrm>
            <a:off x="4800600" y="1600200"/>
            <a:ext cx="3733800" cy="41148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2" name="Title 1"/>
          <p:cNvSpPr>
            <a:spLocks noGrp="1"/>
          </p:cNvSpPr>
          <p:nvPr>
            <p:ph type="title"/>
          </p:nvPr>
        </p:nvSpPr>
        <p:spPr>
          <a:xfrm>
            <a:off x="609600" y="274638"/>
            <a:ext cx="7924800" cy="1143000"/>
          </a:xfrm>
        </p:spPr>
        <p:txBody>
          <a:bodyPr/>
          <a:lstStyle/>
          <a:p>
            <a:r>
              <a:rPr lang="en-US" smtClean="0"/>
              <a:t>Click to edit Master title style</a:t>
            </a:r>
            <a:endParaRPr lang="en-US" dirty="0"/>
          </a:p>
        </p:txBody>
      </p:sp>
      <p:sp>
        <p:nvSpPr>
          <p:cNvPr id="5" name="Date Placeholder 4"/>
          <p:cNvSpPr>
            <a:spLocks noGrp="1"/>
          </p:cNvSpPr>
          <p:nvPr>
            <p:ph type="dt" sz="half" idx="10"/>
          </p:nvPr>
        </p:nvSpPr>
        <p:spPr/>
        <p:txBody>
          <a:bodyPr/>
          <a:lstStyle/>
          <a:p>
            <a:fld id="{31AE2A23-AFD1-4761-BCBD-6A0576487DF7}" type="datetimeFigureOut">
              <a:rPr lang="en-US" smtClean="0"/>
              <a:t>5/19/2024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ED85AA-5567-4F83-80E9-22FBD87E62A8}"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3" name="Content Placeholder 12"/>
          <p:cNvSpPr>
            <a:spLocks noGrp="1"/>
          </p:cNvSpPr>
          <p:nvPr>
            <p:ph sz="quarter" idx="14"/>
          </p:nvPr>
        </p:nvSpPr>
        <p:spPr>
          <a:xfrm>
            <a:off x="4800600" y="2209800"/>
            <a:ext cx="3733800" cy="35052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11" name="Content Placeholder 10"/>
          <p:cNvSpPr>
            <a:spLocks noGrp="1"/>
          </p:cNvSpPr>
          <p:nvPr>
            <p:ph sz="quarter" idx="13"/>
          </p:nvPr>
        </p:nvSpPr>
        <p:spPr>
          <a:xfrm>
            <a:off x="609600" y="2209800"/>
            <a:ext cx="3733800" cy="35052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2" name="Title 1"/>
          <p:cNvSpPr>
            <a:spLocks noGrp="1"/>
          </p:cNvSpPr>
          <p:nvPr>
            <p:ph type="title"/>
          </p:nvPr>
        </p:nvSpPr>
        <p:spPr>
          <a:xfrm>
            <a:off x="609600" y="274638"/>
            <a:ext cx="7924800" cy="1143000"/>
          </a:xfrm>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09600" y="1600199"/>
            <a:ext cx="3733800" cy="574675"/>
          </a:xfrm>
        </p:spPr>
        <p:txBody>
          <a:bodyPr anchor="b">
            <a:normAutofit/>
          </a:bodyPr>
          <a:lstStyle>
            <a:lvl1pPr marL="0" indent="0">
              <a:buNone/>
              <a:defRPr sz="1700" b="0" i="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5" name="Text Placeholder 4"/>
          <p:cNvSpPr>
            <a:spLocks noGrp="1"/>
          </p:cNvSpPr>
          <p:nvPr>
            <p:ph type="body" sz="quarter" idx="3"/>
          </p:nvPr>
        </p:nvSpPr>
        <p:spPr>
          <a:xfrm>
            <a:off x="4800600" y="1600199"/>
            <a:ext cx="3733800" cy="574675"/>
          </a:xfrm>
        </p:spPr>
        <p:txBody>
          <a:bodyPr anchor="b">
            <a:normAutofit/>
          </a:bodyPr>
          <a:lstStyle>
            <a:lvl1pPr marL="0" indent="0">
              <a:buNone/>
              <a:defRPr sz="1700" b="0" i="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7" name="Date Placeholder 6"/>
          <p:cNvSpPr>
            <a:spLocks noGrp="1"/>
          </p:cNvSpPr>
          <p:nvPr>
            <p:ph type="dt" sz="half" idx="10"/>
          </p:nvPr>
        </p:nvSpPr>
        <p:spPr/>
        <p:txBody>
          <a:bodyPr/>
          <a:lstStyle/>
          <a:p>
            <a:fld id="{31AE2A23-AFD1-4761-BCBD-6A0576487DF7}" type="datetimeFigureOut">
              <a:rPr lang="en-US" smtClean="0"/>
              <a:t>5/19/2024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2ED85AA-5567-4F83-80E9-22FBD87E62A8}"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7924800" cy="11430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31AE2A23-AFD1-4761-BCBD-6A0576487DF7}" type="datetimeFigureOut">
              <a:rPr lang="en-US" smtClean="0"/>
              <a:t>5/19/2024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2ED85AA-5567-4F83-80E9-22FBD87E62A8}"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1AE2A23-AFD1-4761-BCBD-6A0576487DF7}" type="datetimeFigureOut">
              <a:rPr lang="en-US" smtClean="0"/>
              <a:t>5/19/2024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2ED85AA-5567-4F83-80E9-22FBD87E62A8}"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Content Placeholder 8"/>
          <p:cNvSpPr>
            <a:spLocks noGrp="1"/>
          </p:cNvSpPr>
          <p:nvPr>
            <p:ph sz="quarter" idx="13"/>
          </p:nvPr>
        </p:nvSpPr>
        <p:spPr>
          <a:xfrm>
            <a:off x="3962400" y="1447800"/>
            <a:ext cx="4648200" cy="4267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2" name="Title 1"/>
          <p:cNvSpPr>
            <a:spLocks noGrp="1"/>
          </p:cNvSpPr>
          <p:nvPr>
            <p:ph type="title"/>
          </p:nvPr>
        </p:nvSpPr>
        <p:spPr>
          <a:xfrm>
            <a:off x="612648" y="1447800"/>
            <a:ext cx="2971800" cy="1097280"/>
          </a:xfrm>
        </p:spPr>
        <p:txBody>
          <a:bodyPr anchor="b"/>
          <a:lstStyle>
            <a:lvl1pPr algn="l">
              <a:defRPr sz="1800" b="0" i="0" cap="none" baseline="0">
                <a:solidFill>
                  <a:schemeClr val="tx2"/>
                </a:solidFill>
              </a:defRPr>
            </a:lvl1pPr>
          </a:lstStyle>
          <a:p>
            <a:r>
              <a:rPr lang="en-US" smtClean="0"/>
              <a:t>Click to edit Master title style</a:t>
            </a:r>
            <a:endParaRPr lang="en-US" dirty="0"/>
          </a:p>
        </p:txBody>
      </p:sp>
      <p:sp>
        <p:nvSpPr>
          <p:cNvPr id="4" name="Text Placeholder 3"/>
          <p:cNvSpPr>
            <a:spLocks noGrp="1"/>
          </p:cNvSpPr>
          <p:nvPr>
            <p:ph type="body" sz="half" idx="2"/>
          </p:nvPr>
        </p:nvSpPr>
        <p:spPr>
          <a:xfrm>
            <a:off x="612648" y="2547891"/>
            <a:ext cx="2971800" cy="3167109"/>
          </a:xfrm>
        </p:spPr>
        <p:txBody>
          <a:bodyPr tIns="9144">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1AE2A23-AFD1-4761-BCBD-6A0576487DF7}" type="datetimeFigureOut">
              <a:rPr lang="en-US" smtClean="0"/>
              <a:t>5/19/2024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ED85AA-5567-4F83-80E9-22FBD87E62A8}"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pic>
        <p:nvPicPr>
          <p:cNvPr id="11" name="Picture 10" descr="horizon.png"/>
          <p:cNvPicPr>
            <a:picLocks noChangeAspect="1"/>
          </p:cNvPicPr>
          <p:nvPr/>
        </p:nvPicPr>
        <p:blipFill>
          <a:blip r:embed="rId2" cstate="print"/>
          <a:stretch>
            <a:fillRect/>
          </a:stretch>
        </p:blipFill>
        <p:spPr>
          <a:xfrm>
            <a:off x="0" y="0"/>
            <a:ext cx="9144000" cy="6858000"/>
          </a:xfrm>
          <a:prstGeom prst="rect">
            <a:avLst/>
          </a:prstGeom>
        </p:spPr>
      </p:pic>
      <p:sp>
        <p:nvSpPr>
          <p:cNvPr id="2" name="Title 1"/>
          <p:cNvSpPr>
            <a:spLocks noGrp="1"/>
          </p:cNvSpPr>
          <p:nvPr>
            <p:ph type="title"/>
          </p:nvPr>
        </p:nvSpPr>
        <p:spPr>
          <a:xfrm>
            <a:off x="609600" y="1447800"/>
            <a:ext cx="2971800" cy="1097280"/>
          </a:xfrm>
        </p:spPr>
        <p:txBody>
          <a:bodyPr anchor="b"/>
          <a:lstStyle>
            <a:lvl1pPr algn="l">
              <a:defRPr sz="1800" b="0" i="0" cap="none" baseline="0">
                <a:solidFill>
                  <a:schemeClr val="tx2"/>
                </a:solidFill>
              </a:defRPr>
            </a:lvl1pPr>
          </a:lstStyle>
          <a:p>
            <a:r>
              <a:rPr lang="en-US" smtClean="0"/>
              <a:t>Click to edit Master title style</a:t>
            </a:r>
            <a:endParaRPr lang="en-US" dirty="0"/>
          </a:p>
        </p:txBody>
      </p:sp>
      <p:sp>
        <p:nvSpPr>
          <p:cNvPr id="3" name="Picture Placeholder 2"/>
          <p:cNvSpPr>
            <a:spLocks noGrp="1"/>
          </p:cNvSpPr>
          <p:nvPr>
            <p:ph type="pic" idx="1"/>
          </p:nvPr>
        </p:nvSpPr>
        <p:spPr>
          <a:xfrm>
            <a:off x="4657344" y="1447800"/>
            <a:ext cx="3419856" cy="3474720"/>
          </a:xfrm>
          <a:custGeom>
            <a:avLst/>
            <a:gdLst>
              <a:gd name="connsiteX0" fmla="*/ 0 w 3419856"/>
              <a:gd name="connsiteY0" fmla="*/ 74450 h 3429000"/>
              <a:gd name="connsiteX1" fmla="*/ 21806 w 3419856"/>
              <a:gd name="connsiteY1" fmla="*/ 21806 h 3429000"/>
              <a:gd name="connsiteX2" fmla="*/ 74450 w 3419856"/>
              <a:gd name="connsiteY2" fmla="*/ 0 h 3429000"/>
              <a:gd name="connsiteX3" fmla="*/ 3345406 w 3419856"/>
              <a:gd name="connsiteY3" fmla="*/ 0 h 3429000"/>
              <a:gd name="connsiteX4" fmla="*/ 3398050 w 3419856"/>
              <a:gd name="connsiteY4" fmla="*/ 21806 h 3429000"/>
              <a:gd name="connsiteX5" fmla="*/ 3419856 w 3419856"/>
              <a:gd name="connsiteY5" fmla="*/ 74450 h 3429000"/>
              <a:gd name="connsiteX6" fmla="*/ 3419856 w 3419856"/>
              <a:gd name="connsiteY6" fmla="*/ 3354550 h 3429000"/>
              <a:gd name="connsiteX7" fmla="*/ 3398050 w 3419856"/>
              <a:gd name="connsiteY7" fmla="*/ 3407194 h 3429000"/>
              <a:gd name="connsiteX8" fmla="*/ 3345406 w 3419856"/>
              <a:gd name="connsiteY8" fmla="*/ 3429000 h 3429000"/>
              <a:gd name="connsiteX9" fmla="*/ 74450 w 3419856"/>
              <a:gd name="connsiteY9" fmla="*/ 3429000 h 3429000"/>
              <a:gd name="connsiteX10" fmla="*/ 21806 w 3419856"/>
              <a:gd name="connsiteY10" fmla="*/ 3407194 h 3429000"/>
              <a:gd name="connsiteX11" fmla="*/ 0 w 3419856"/>
              <a:gd name="connsiteY11" fmla="*/ 3354550 h 3429000"/>
              <a:gd name="connsiteX12" fmla="*/ 0 w 3419856"/>
              <a:gd name="connsiteY12" fmla="*/ 74450 h 3429000"/>
              <a:gd name="connsiteX0" fmla="*/ 0 w 3419856"/>
              <a:gd name="connsiteY0" fmla="*/ 74450 h 3429000"/>
              <a:gd name="connsiteX1" fmla="*/ 21806 w 3419856"/>
              <a:gd name="connsiteY1" fmla="*/ 21806 h 3429000"/>
              <a:gd name="connsiteX2" fmla="*/ 74450 w 3419856"/>
              <a:gd name="connsiteY2" fmla="*/ 0 h 3429000"/>
              <a:gd name="connsiteX3" fmla="*/ 3345406 w 3419856"/>
              <a:gd name="connsiteY3" fmla="*/ 0 h 3429000"/>
              <a:gd name="connsiteX4" fmla="*/ 3398050 w 3419856"/>
              <a:gd name="connsiteY4" fmla="*/ 21806 h 3429000"/>
              <a:gd name="connsiteX5" fmla="*/ 3419856 w 3419856"/>
              <a:gd name="connsiteY5" fmla="*/ 74450 h 3429000"/>
              <a:gd name="connsiteX6" fmla="*/ 3419856 w 3419856"/>
              <a:gd name="connsiteY6" fmla="*/ 3354550 h 3429000"/>
              <a:gd name="connsiteX7" fmla="*/ 3398050 w 3419856"/>
              <a:gd name="connsiteY7" fmla="*/ 3407194 h 3429000"/>
              <a:gd name="connsiteX8" fmla="*/ 3345406 w 3419856"/>
              <a:gd name="connsiteY8" fmla="*/ 3429000 h 3429000"/>
              <a:gd name="connsiteX9" fmla="*/ 21806 w 3419856"/>
              <a:gd name="connsiteY9" fmla="*/ 3407194 h 3429000"/>
              <a:gd name="connsiteX10" fmla="*/ 0 w 3419856"/>
              <a:gd name="connsiteY10" fmla="*/ 3354550 h 3429000"/>
              <a:gd name="connsiteX11" fmla="*/ 0 w 3419856"/>
              <a:gd name="connsiteY11" fmla="*/ 74450 h 3429000"/>
              <a:gd name="connsiteX0" fmla="*/ 0 w 3964392"/>
              <a:gd name="connsiteY0" fmla="*/ 74450 h 3415968"/>
              <a:gd name="connsiteX1" fmla="*/ 21806 w 3964392"/>
              <a:gd name="connsiteY1" fmla="*/ 21806 h 3415968"/>
              <a:gd name="connsiteX2" fmla="*/ 74450 w 3964392"/>
              <a:gd name="connsiteY2" fmla="*/ 0 h 3415968"/>
              <a:gd name="connsiteX3" fmla="*/ 3345406 w 3964392"/>
              <a:gd name="connsiteY3" fmla="*/ 0 h 3415968"/>
              <a:gd name="connsiteX4" fmla="*/ 3398050 w 3964392"/>
              <a:gd name="connsiteY4" fmla="*/ 21806 h 3415968"/>
              <a:gd name="connsiteX5" fmla="*/ 3419856 w 3964392"/>
              <a:gd name="connsiteY5" fmla="*/ 74450 h 3415968"/>
              <a:gd name="connsiteX6" fmla="*/ 3419856 w 3964392"/>
              <a:gd name="connsiteY6" fmla="*/ 3354550 h 3415968"/>
              <a:gd name="connsiteX7" fmla="*/ 3398050 w 3964392"/>
              <a:gd name="connsiteY7" fmla="*/ 3407194 h 3415968"/>
              <a:gd name="connsiteX8" fmla="*/ 21806 w 3964392"/>
              <a:gd name="connsiteY8" fmla="*/ 3407194 h 3415968"/>
              <a:gd name="connsiteX9" fmla="*/ 0 w 3964392"/>
              <a:gd name="connsiteY9" fmla="*/ 3354550 h 3415968"/>
              <a:gd name="connsiteX10" fmla="*/ 0 w 3964392"/>
              <a:gd name="connsiteY10" fmla="*/ 74450 h 3415968"/>
              <a:gd name="connsiteX0" fmla="*/ 0 w 3964392"/>
              <a:gd name="connsiteY0" fmla="*/ 74450 h 3415968"/>
              <a:gd name="connsiteX1" fmla="*/ 21806 w 3964392"/>
              <a:gd name="connsiteY1" fmla="*/ 21806 h 3415968"/>
              <a:gd name="connsiteX2" fmla="*/ 74450 w 3964392"/>
              <a:gd name="connsiteY2" fmla="*/ 0 h 3415968"/>
              <a:gd name="connsiteX3" fmla="*/ 3345406 w 3964392"/>
              <a:gd name="connsiteY3" fmla="*/ 0 h 3415968"/>
              <a:gd name="connsiteX4" fmla="*/ 3398050 w 3964392"/>
              <a:gd name="connsiteY4" fmla="*/ 21806 h 3415968"/>
              <a:gd name="connsiteX5" fmla="*/ 3419856 w 3964392"/>
              <a:gd name="connsiteY5" fmla="*/ 74450 h 3415968"/>
              <a:gd name="connsiteX6" fmla="*/ 3419856 w 3964392"/>
              <a:gd name="connsiteY6" fmla="*/ 3354550 h 3415968"/>
              <a:gd name="connsiteX7" fmla="*/ 3398050 w 3964392"/>
              <a:gd name="connsiteY7" fmla="*/ 3407194 h 3415968"/>
              <a:gd name="connsiteX8" fmla="*/ 21806 w 3964392"/>
              <a:gd name="connsiteY8" fmla="*/ 3407194 h 3415968"/>
              <a:gd name="connsiteX9" fmla="*/ 0 w 3964392"/>
              <a:gd name="connsiteY9" fmla="*/ 3354550 h 3415968"/>
              <a:gd name="connsiteX10" fmla="*/ 0 w 3964392"/>
              <a:gd name="connsiteY10" fmla="*/ 74450 h 3415968"/>
              <a:gd name="connsiteX0" fmla="*/ 0 w 3968026"/>
              <a:gd name="connsiteY0" fmla="*/ 74450 h 3910007"/>
              <a:gd name="connsiteX1" fmla="*/ 21806 w 3968026"/>
              <a:gd name="connsiteY1" fmla="*/ 21806 h 3910007"/>
              <a:gd name="connsiteX2" fmla="*/ 74450 w 3968026"/>
              <a:gd name="connsiteY2" fmla="*/ 0 h 3910007"/>
              <a:gd name="connsiteX3" fmla="*/ 3345406 w 3968026"/>
              <a:gd name="connsiteY3" fmla="*/ 0 h 3910007"/>
              <a:gd name="connsiteX4" fmla="*/ 3398050 w 3968026"/>
              <a:gd name="connsiteY4" fmla="*/ 21806 h 3910007"/>
              <a:gd name="connsiteX5" fmla="*/ 3419856 w 3968026"/>
              <a:gd name="connsiteY5" fmla="*/ 74450 h 3910007"/>
              <a:gd name="connsiteX6" fmla="*/ 3419856 w 3968026"/>
              <a:gd name="connsiteY6" fmla="*/ 3354550 h 3910007"/>
              <a:gd name="connsiteX7" fmla="*/ 3398050 w 3968026"/>
              <a:gd name="connsiteY7" fmla="*/ 3407194 h 3910007"/>
              <a:gd name="connsiteX8" fmla="*/ 0 w 3968026"/>
              <a:gd name="connsiteY8" fmla="*/ 3354550 h 3910007"/>
              <a:gd name="connsiteX9" fmla="*/ 0 w 3968026"/>
              <a:gd name="connsiteY9" fmla="*/ 74450 h 3910007"/>
              <a:gd name="connsiteX0" fmla="*/ 0 w 3419856"/>
              <a:gd name="connsiteY0" fmla="*/ 74450 h 3901233"/>
              <a:gd name="connsiteX1" fmla="*/ 21806 w 3419856"/>
              <a:gd name="connsiteY1" fmla="*/ 21806 h 3901233"/>
              <a:gd name="connsiteX2" fmla="*/ 74450 w 3419856"/>
              <a:gd name="connsiteY2" fmla="*/ 0 h 3901233"/>
              <a:gd name="connsiteX3" fmla="*/ 3345406 w 3419856"/>
              <a:gd name="connsiteY3" fmla="*/ 0 h 3901233"/>
              <a:gd name="connsiteX4" fmla="*/ 3398050 w 3419856"/>
              <a:gd name="connsiteY4" fmla="*/ 21806 h 3901233"/>
              <a:gd name="connsiteX5" fmla="*/ 3419856 w 3419856"/>
              <a:gd name="connsiteY5" fmla="*/ 74450 h 3901233"/>
              <a:gd name="connsiteX6" fmla="*/ 3419856 w 3419856"/>
              <a:gd name="connsiteY6" fmla="*/ 3354550 h 3901233"/>
              <a:gd name="connsiteX7" fmla="*/ 0 w 3419856"/>
              <a:gd name="connsiteY7" fmla="*/ 3354550 h 3901233"/>
              <a:gd name="connsiteX8" fmla="*/ 0 w 3419856"/>
              <a:gd name="connsiteY8" fmla="*/ 74450 h 3901233"/>
              <a:gd name="connsiteX0" fmla="*/ 0 w 3419856"/>
              <a:gd name="connsiteY0" fmla="*/ 74450 h 3354550"/>
              <a:gd name="connsiteX1" fmla="*/ 21806 w 3419856"/>
              <a:gd name="connsiteY1" fmla="*/ 21806 h 3354550"/>
              <a:gd name="connsiteX2" fmla="*/ 74450 w 3419856"/>
              <a:gd name="connsiteY2" fmla="*/ 0 h 3354550"/>
              <a:gd name="connsiteX3" fmla="*/ 3345406 w 3419856"/>
              <a:gd name="connsiteY3" fmla="*/ 0 h 3354550"/>
              <a:gd name="connsiteX4" fmla="*/ 3398050 w 3419856"/>
              <a:gd name="connsiteY4" fmla="*/ 21806 h 3354550"/>
              <a:gd name="connsiteX5" fmla="*/ 3419856 w 3419856"/>
              <a:gd name="connsiteY5" fmla="*/ 74450 h 3354550"/>
              <a:gd name="connsiteX6" fmla="*/ 3419856 w 3419856"/>
              <a:gd name="connsiteY6" fmla="*/ 3354550 h 3354550"/>
              <a:gd name="connsiteX7" fmla="*/ 0 w 3419856"/>
              <a:gd name="connsiteY7" fmla="*/ 3354550 h 3354550"/>
              <a:gd name="connsiteX8" fmla="*/ 0 w 3419856"/>
              <a:gd name="connsiteY8" fmla="*/ 74450 h 3354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19856" h="3354550">
                <a:moveTo>
                  <a:pt x="0" y="74450"/>
                </a:moveTo>
                <a:cubicBezTo>
                  <a:pt x="0" y="54705"/>
                  <a:pt x="7844" y="35768"/>
                  <a:pt x="21806" y="21806"/>
                </a:cubicBezTo>
                <a:cubicBezTo>
                  <a:pt x="35768" y="7844"/>
                  <a:pt x="54705" y="0"/>
                  <a:pt x="74450" y="0"/>
                </a:cubicBezTo>
                <a:lnTo>
                  <a:pt x="3345406" y="0"/>
                </a:lnTo>
                <a:cubicBezTo>
                  <a:pt x="3365151" y="0"/>
                  <a:pt x="3384088" y="7844"/>
                  <a:pt x="3398050" y="21806"/>
                </a:cubicBezTo>
                <a:cubicBezTo>
                  <a:pt x="3412012" y="35768"/>
                  <a:pt x="3419856" y="54705"/>
                  <a:pt x="3419856" y="74450"/>
                </a:cubicBezTo>
                <a:lnTo>
                  <a:pt x="3419856" y="3354550"/>
                </a:lnTo>
                <a:lnTo>
                  <a:pt x="0" y="3354550"/>
                </a:lnTo>
                <a:lnTo>
                  <a:pt x="0" y="74450"/>
                </a:lnTo>
                <a:close/>
              </a:path>
            </a:pathLst>
          </a:custGeom>
        </p:spPr>
        <p:txBody>
          <a:bodyPr>
            <a:normAutofit/>
          </a:bodyPr>
          <a:lstStyle>
            <a:lvl1pPr marL="0" indent="0" algn="ctr">
              <a:buNone/>
              <a:defRPr sz="2000" baseline="0">
                <a:solidFill>
                  <a:schemeClr val="tx1">
                    <a:lumMod val="6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09600" y="2547890"/>
            <a:ext cx="2971800" cy="2405109"/>
          </a:xfrm>
        </p:spPr>
        <p:txBody>
          <a:bodyPr tIns="9144">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1AE2A23-AFD1-4761-BCBD-6A0576487DF7}" type="datetimeFigureOut">
              <a:rPr lang="en-US" smtClean="0"/>
              <a:t>5/19/2024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ED85AA-5567-4F83-80E9-22FBD87E62A8}"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1AE2A23-AFD1-4761-BCBD-6A0576487DF7}" type="datetimeFigureOut">
              <a:rPr lang="en-US" smtClean="0"/>
              <a:t>5/19/2024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ED85AA-5567-4F83-80E9-22FBD87E62A8}"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1AE2A23-AFD1-4761-BCBD-6A0576487DF7}" type="datetimeFigureOut">
              <a:rPr lang="en-US" smtClean="0"/>
              <a:t>5/19/2024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ED85AA-5567-4F83-80E9-22FBD87E62A8}"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7" name="Picture 6" descr="horizon.png"/>
          <p:cNvPicPr>
            <a:picLocks noChangeAspect="1"/>
          </p:cNvPicPr>
          <p:nvPr/>
        </p:nvPicPr>
        <p:blipFill>
          <a:blip r:embed="rId13" cstate="print"/>
          <a:stretch>
            <a:fillRect/>
          </a:stretch>
        </p:blipFill>
        <p:spPr>
          <a:xfrm>
            <a:off x="0" y="0"/>
            <a:ext cx="9144000" cy="6858000"/>
          </a:xfrm>
          <a:prstGeom prst="rect">
            <a:avLst/>
          </a:prstGeom>
        </p:spPr>
      </p:pic>
      <p:sp>
        <p:nvSpPr>
          <p:cNvPr id="2" name="Title Placeholder 1"/>
          <p:cNvSpPr>
            <a:spLocks noGrp="1"/>
          </p:cNvSpPr>
          <p:nvPr>
            <p:ph type="title"/>
          </p:nvPr>
        </p:nvSpPr>
        <p:spPr>
          <a:xfrm>
            <a:off x="609600" y="274638"/>
            <a:ext cx="7924800" cy="1143000"/>
          </a:xfrm>
          <a:prstGeom prst="rect">
            <a:avLst/>
          </a:prstGeom>
        </p:spPr>
        <p:txBody>
          <a:bodyPr vert="horz" lIns="91440" tIns="45720" rIns="91440" bIns="45720" rtlCol="0" anchor="b" anchorCtr="0">
            <a:noAutofit/>
          </a:bodyPr>
          <a:lstStyle/>
          <a:p>
            <a:r>
              <a:rPr lang="en-US" smtClean="0"/>
              <a:t>Click to edit Master title style</a:t>
            </a:r>
            <a:endParaRPr lang="en-US" dirty="0"/>
          </a:p>
        </p:txBody>
      </p:sp>
      <p:sp>
        <p:nvSpPr>
          <p:cNvPr id="3" name="Text Placeholder 2"/>
          <p:cNvSpPr>
            <a:spLocks noGrp="1"/>
          </p:cNvSpPr>
          <p:nvPr>
            <p:ph type="body" idx="1"/>
          </p:nvPr>
        </p:nvSpPr>
        <p:spPr>
          <a:xfrm>
            <a:off x="609600" y="1600200"/>
            <a:ext cx="79248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2"/>
          </p:nvPr>
        </p:nvSpPr>
        <p:spPr>
          <a:xfrm>
            <a:off x="5715000" y="6356350"/>
            <a:ext cx="1524000" cy="365125"/>
          </a:xfrm>
          <a:prstGeom prst="rect">
            <a:avLst/>
          </a:prstGeom>
        </p:spPr>
        <p:txBody>
          <a:bodyPr vert="horz" lIns="91440" tIns="45720" rIns="91440" bIns="45720" rtlCol="0" anchor="ctr"/>
          <a:lstStyle>
            <a:lvl1pPr algn="r">
              <a:defRPr sz="1000" strike="noStrike" spc="60" baseline="0">
                <a:solidFill>
                  <a:schemeClr val="tx1"/>
                </a:solidFill>
              </a:defRPr>
            </a:lvl1pPr>
          </a:lstStyle>
          <a:p>
            <a:fld id="{31AE2A23-AFD1-4761-BCBD-6A0576487DF7}" type="datetimeFigureOut">
              <a:rPr lang="en-US" smtClean="0"/>
              <a:t>5/19/2024</a:t>
            </a:fld>
            <a:endParaRPr lang="en-US"/>
          </a:p>
        </p:txBody>
      </p:sp>
      <p:sp>
        <p:nvSpPr>
          <p:cNvPr id="5" name="Footer Placeholder 4"/>
          <p:cNvSpPr>
            <a:spLocks noGrp="1"/>
          </p:cNvSpPr>
          <p:nvPr>
            <p:ph type="ftr" sz="quarter" idx="3"/>
          </p:nvPr>
        </p:nvSpPr>
        <p:spPr>
          <a:xfrm>
            <a:off x="609600" y="6356350"/>
            <a:ext cx="2895600" cy="365125"/>
          </a:xfrm>
          <a:prstGeom prst="rect">
            <a:avLst/>
          </a:prstGeom>
        </p:spPr>
        <p:txBody>
          <a:bodyPr vert="horz" lIns="91440" tIns="45720" rIns="91440" bIns="45720" rtlCol="0" anchor="ctr"/>
          <a:lstStyle>
            <a:lvl1pPr algn="l">
              <a:defRPr sz="1000" cap="all" spc="60" baseline="0">
                <a:solidFill>
                  <a:schemeClr val="tx1"/>
                </a:solidFill>
              </a:defRPr>
            </a:lvl1pPr>
          </a:lstStyle>
          <a:p>
            <a:endParaRPr lang="en-US"/>
          </a:p>
        </p:txBody>
      </p:sp>
      <p:sp>
        <p:nvSpPr>
          <p:cNvPr id="6" name="Slide Number Placeholder 5"/>
          <p:cNvSpPr>
            <a:spLocks noGrp="1"/>
          </p:cNvSpPr>
          <p:nvPr>
            <p:ph type="sldNum" sz="quarter" idx="4"/>
          </p:nvPr>
        </p:nvSpPr>
        <p:spPr>
          <a:xfrm>
            <a:off x="7543800" y="6356350"/>
            <a:ext cx="990600" cy="365125"/>
          </a:xfrm>
          <a:prstGeom prst="rect">
            <a:avLst/>
          </a:prstGeom>
        </p:spPr>
        <p:txBody>
          <a:bodyPr vert="horz" lIns="91440" tIns="45720" rIns="91440" bIns="45720" rtlCol="0" anchor="ctr"/>
          <a:lstStyle>
            <a:lvl1pPr algn="r">
              <a:defRPr sz="1100" baseline="0">
                <a:solidFill>
                  <a:schemeClr val="tx1"/>
                </a:solidFill>
              </a:defRPr>
            </a:lvl1pPr>
          </a:lstStyle>
          <a:p>
            <a:fld id="{02ED85AA-5567-4F83-80E9-22FBD87E62A8}" type="slidenum">
              <a:rPr lang="en-US" smtClean="0"/>
              <a:t>‹#›</a:t>
            </a:fld>
            <a:endParaRPr lang="en-US"/>
          </a:p>
        </p:txBody>
      </p:sp>
    </p:spTree>
  </p:cSld>
  <p:clrMap bg1="dk1" tx1="lt1" bg2="dk2" tx2="lt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spcBef>
          <a:spcPct val="0"/>
        </a:spcBef>
        <a:buNone/>
        <a:defRPr sz="3000" kern="1200" cap="all" spc="50" baseline="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1pPr>
      <a:lvl2pPr marL="742950" indent="-28575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2pPr>
      <a:lvl3pPr marL="11430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3pPr>
      <a:lvl4pPr marL="16002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4pPr>
      <a:lvl5pPr marL="20574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5pPr>
      <a:lvl6pPr marL="25146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a:solidFill>
            <a:schemeClr val="tx1"/>
          </a:solidFill>
          <a:latin typeface="+mn-lt"/>
          <a:ea typeface="+mn-ea"/>
          <a:cs typeface="+mn-cs"/>
        </a:defRPr>
      </a:lvl6pPr>
      <a:lvl7pPr marL="29718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a:solidFill>
            <a:schemeClr val="tx1"/>
          </a:solidFill>
          <a:latin typeface="+mn-lt"/>
          <a:ea typeface="+mn-ea"/>
          <a:cs typeface="+mn-cs"/>
        </a:defRPr>
      </a:lvl7pPr>
      <a:lvl8pPr marL="34290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a:solidFill>
            <a:schemeClr val="tx1"/>
          </a:solidFill>
          <a:latin typeface="+mn-lt"/>
          <a:ea typeface="+mn-ea"/>
          <a:cs typeface="+mn-cs"/>
        </a:defRPr>
      </a:lvl8pPr>
      <a:lvl9pPr marL="38862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github.com/"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tmp"/><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tmp"/><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tmp"/><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tmp"/><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tmp"/><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143000" y="3810000"/>
            <a:ext cx="6705600" cy="2743200"/>
          </a:xfrm>
        </p:spPr>
        <p:txBody>
          <a:bodyPr/>
          <a:lstStyle/>
          <a:p>
            <a:endParaRPr lang="en-US" dirty="0"/>
          </a:p>
        </p:txBody>
      </p:sp>
      <p:sp>
        <p:nvSpPr>
          <p:cNvPr id="2" name="Title 1"/>
          <p:cNvSpPr>
            <a:spLocks noGrp="1"/>
          </p:cNvSpPr>
          <p:nvPr>
            <p:ph type="ctrTitle"/>
          </p:nvPr>
        </p:nvSpPr>
        <p:spPr>
          <a:xfrm>
            <a:off x="616527" y="1066800"/>
            <a:ext cx="7772400" cy="1981200"/>
          </a:xfrm>
        </p:spPr>
        <p:txBody>
          <a:bodyPr/>
          <a:lstStyle/>
          <a:p>
            <a:r>
              <a:rPr lang="en-US" sz="4400" b="1" dirty="0" smtClean="0"/>
              <a:t>AI &amp; Machine Learning </a:t>
            </a:r>
            <a:r>
              <a:rPr lang="en-US" dirty="0" smtClean="0"/>
              <a:t/>
            </a:r>
            <a:br>
              <a:rPr lang="en-US" dirty="0" smtClean="0"/>
            </a:br>
            <a:r>
              <a:rPr lang="en-US" dirty="0"/>
              <a:t/>
            </a:r>
            <a:br>
              <a:rPr lang="en-US" dirty="0"/>
            </a:br>
            <a:r>
              <a:rPr lang="en-US" sz="3600" dirty="0" smtClean="0"/>
              <a:t>Week 2 </a:t>
            </a:r>
            <a:br>
              <a:rPr lang="en-US" sz="3600" dirty="0" smtClean="0"/>
            </a:br>
            <a:r>
              <a:rPr lang="en-US" sz="3600" dirty="0" smtClean="0"/>
              <a:t>Lecture 1.1</a:t>
            </a:r>
            <a:r>
              <a:rPr lang="en-US" sz="3600" dirty="0"/>
              <a:t/>
            </a:r>
            <a:br>
              <a:rPr lang="en-US" sz="3600" dirty="0"/>
            </a:br>
            <a:endParaRPr lang="en-US" sz="36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2514600"/>
            <a:ext cx="8001000" cy="4191000"/>
          </a:xfrm>
          <a:prstGeom prst="rect">
            <a:avLst/>
          </a:prstGeom>
        </p:spPr>
      </p:pic>
    </p:spTree>
    <p:extLst>
      <p:ext uri="{BB962C8B-B14F-4D97-AF65-F5344CB8AC3E}">
        <p14:creationId xmlns:p14="http://schemas.microsoft.com/office/powerpoint/2010/main" val="35706939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Git &amp; GitHub</a:t>
            </a:r>
            <a:endParaRPr lang="en-US" b="1" dirty="0"/>
          </a:p>
        </p:txBody>
      </p:sp>
      <p:sp>
        <p:nvSpPr>
          <p:cNvPr id="3" name="Content Placeholder 2"/>
          <p:cNvSpPr>
            <a:spLocks noGrp="1"/>
          </p:cNvSpPr>
          <p:nvPr>
            <p:ph sz="quarter" idx="13"/>
          </p:nvPr>
        </p:nvSpPr>
        <p:spPr/>
        <p:txBody>
          <a:bodyPr>
            <a:normAutofit/>
          </a:bodyPr>
          <a:lstStyle/>
          <a:p>
            <a:r>
              <a:rPr lang="en-US" sz="3600" b="1" dirty="0" smtClean="0">
                <a:hlinkClick r:id="rId2"/>
              </a:rPr>
              <a:t>https://github.com/</a:t>
            </a:r>
            <a:endParaRPr lang="en-US" sz="3600" b="1" dirty="0" smtClean="0"/>
          </a:p>
          <a:p>
            <a:r>
              <a:rPr lang="en-US" sz="3600" dirty="0" smtClean="0"/>
              <a:t>https://git-scm.com/download/gui/windows</a:t>
            </a:r>
            <a:endParaRPr lang="en-US" sz="3600" dirty="0"/>
          </a:p>
        </p:txBody>
      </p:sp>
    </p:spTree>
    <p:extLst>
      <p:ext uri="{BB962C8B-B14F-4D97-AF65-F5344CB8AC3E}">
        <p14:creationId xmlns:p14="http://schemas.microsoft.com/office/powerpoint/2010/main" val="28319312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What is Git</a:t>
            </a:r>
          </a:p>
        </p:txBody>
      </p:sp>
      <p:sp>
        <p:nvSpPr>
          <p:cNvPr id="3" name="Content Placeholder 2"/>
          <p:cNvSpPr>
            <a:spLocks noGrp="1"/>
          </p:cNvSpPr>
          <p:nvPr>
            <p:ph sz="quarter" idx="13"/>
          </p:nvPr>
        </p:nvSpPr>
        <p:spPr/>
        <p:txBody>
          <a:bodyPr>
            <a:noAutofit/>
          </a:bodyPr>
          <a:lstStyle/>
          <a:p>
            <a:r>
              <a:rPr lang="en-US" sz="3600" b="1" dirty="0"/>
              <a:t>Git</a:t>
            </a:r>
            <a:r>
              <a:rPr lang="en-US" sz="3600" dirty="0"/>
              <a:t> is a distributed version control system designed to handle everything from small to very large projects with speed and efficiency. It allows multiple people to work on a project simultaneously without overwriting each other's changes</a:t>
            </a:r>
            <a:endParaRPr lang="en-US" sz="3600" dirty="0"/>
          </a:p>
        </p:txBody>
      </p:sp>
    </p:spTree>
    <p:extLst>
      <p:ext uri="{BB962C8B-B14F-4D97-AF65-F5344CB8AC3E}">
        <p14:creationId xmlns:p14="http://schemas.microsoft.com/office/powerpoint/2010/main" val="38149145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key aspects of Git</a:t>
            </a:r>
            <a:endParaRPr lang="en-US" sz="3200" dirty="0"/>
          </a:p>
        </p:txBody>
      </p:sp>
      <p:sp>
        <p:nvSpPr>
          <p:cNvPr id="3" name="Content Placeholder 2"/>
          <p:cNvSpPr>
            <a:spLocks noGrp="1"/>
          </p:cNvSpPr>
          <p:nvPr>
            <p:ph sz="quarter" idx="13"/>
          </p:nvPr>
        </p:nvSpPr>
        <p:spPr/>
        <p:txBody>
          <a:bodyPr/>
          <a:lstStyle/>
          <a:p>
            <a:r>
              <a:rPr lang="en-US" b="1" dirty="0"/>
              <a:t>Version Control</a:t>
            </a:r>
            <a:r>
              <a:rPr lang="en-US" dirty="0"/>
              <a:t>: Git keeps track of changes made to files over time, allowing you to revert to specific versions whenever needed.</a:t>
            </a:r>
          </a:p>
          <a:p>
            <a:r>
              <a:rPr lang="en-US" b="1" dirty="0"/>
              <a:t>Distributed System</a:t>
            </a:r>
            <a:r>
              <a:rPr lang="en-US" dirty="0"/>
              <a:t>: Unlike centralized version control systems, every user has a complete copy of the repository, including its full history.</a:t>
            </a:r>
          </a:p>
          <a:p>
            <a:r>
              <a:rPr lang="en-US" b="1" dirty="0"/>
              <a:t>Branching and Merging</a:t>
            </a:r>
            <a:r>
              <a:rPr lang="en-US" dirty="0"/>
              <a:t>: Git supports lightweight, fast branching and merging, which helps in organizing and managing changes. You can create separate branches for different features or bug fixes and merge them back into the main branch once they are ready.</a:t>
            </a:r>
          </a:p>
          <a:p>
            <a:r>
              <a:rPr lang="en-US" b="1" dirty="0"/>
              <a:t>Data Integrity</a:t>
            </a:r>
            <a:r>
              <a:rPr lang="en-US" dirty="0"/>
              <a:t>: Git uses SHA-1 hashing to ensure the integrity of your data. Every file and commit is </a:t>
            </a:r>
            <a:r>
              <a:rPr lang="en-US" dirty="0" err="1"/>
              <a:t>checksummed</a:t>
            </a:r>
            <a:r>
              <a:rPr lang="en-US" dirty="0"/>
              <a:t> and retrieved by its checksum, ensuring that the content is stored securely.</a:t>
            </a:r>
          </a:p>
          <a:p>
            <a:r>
              <a:rPr lang="en-US" b="1" dirty="0"/>
              <a:t>Performance</a:t>
            </a:r>
            <a:r>
              <a:rPr lang="en-US" dirty="0"/>
              <a:t>: Git is designed to be fast. Operations like committing, branching, merging, and comparing past versions are optimized for speed.</a:t>
            </a:r>
          </a:p>
          <a:p>
            <a:endParaRPr lang="en-US" dirty="0"/>
          </a:p>
        </p:txBody>
      </p:sp>
    </p:spTree>
    <p:extLst>
      <p:ext uri="{BB962C8B-B14F-4D97-AF65-F5344CB8AC3E}">
        <p14:creationId xmlns:p14="http://schemas.microsoft.com/office/powerpoint/2010/main" val="16618701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2673" y="457200"/>
            <a:ext cx="7924800" cy="1143000"/>
          </a:xfrm>
        </p:spPr>
        <p:txBody>
          <a:bodyPr/>
          <a:lstStyle/>
          <a:p>
            <a:r>
              <a:rPr lang="en-US" sz="3600" b="1" dirty="0"/>
              <a:t>Setting Local Username and Email</a:t>
            </a:r>
            <a:br>
              <a:rPr lang="en-US" sz="3600" b="1" dirty="0"/>
            </a:br>
            <a:endParaRPr lang="en-US" sz="3600" dirty="0"/>
          </a:p>
        </p:txBody>
      </p:sp>
      <p:sp>
        <p:nvSpPr>
          <p:cNvPr id="3" name="Content Placeholder 2"/>
          <p:cNvSpPr>
            <a:spLocks noGrp="1"/>
          </p:cNvSpPr>
          <p:nvPr>
            <p:ph sz="quarter" idx="13"/>
          </p:nvPr>
        </p:nvSpPr>
        <p:spPr/>
        <p:txBody>
          <a:bodyPr>
            <a:normAutofit/>
          </a:bodyPr>
          <a:lstStyle/>
          <a:p>
            <a:r>
              <a:rPr lang="en-US" sz="4400" dirty="0" err="1"/>
              <a:t>git</a:t>
            </a:r>
            <a:r>
              <a:rPr lang="en-US" sz="4400" dirty="0"/>
              <a:t> </a:t>
            </a:r>
            <a:r>
              <a:rPr lang="en-US" sz="4400" dirty="0" err="1"/>
              <a:t>config</a:t>
            </a:r>
            <a:r>
              <a:rPr lang="en-US" sz="4400" dirty="0"/>
              <a:t> --global user.name "Your </a:t>
            </a:r>
            <a:r>
              <a:rPr lang="en-US" sz="4400" dirty="0" smtClean="0"/>
              <a:t>Name“</a:t>
            </a:r>
          </a:p>
          <a:p>
            <a:r>
              <a:rPr lang="en-US" sz="4400" dirty="0" err="1"/>
              <a:t>git</a:t>
            </a:r>
            <a:r>
              <a:rPr lang="en-US" sz="4400" dirty="0"/>
              <a:t> </a:t>
            </a:r>
            <a:r>
              <a:rPr lang="en-US" sz="4400" dirty="0" err="1"/>
              <a:t>config</a:t>
            </a:r>
            <a:r>
              <a:rPr lang="en-US" sz="4400" dirty="0"/>
              <a:t> --global </a:t>
            </a:r>
            <a:r>
              <a:rPr lang="en-US" sz="4400" dirty="0" err="1"/>
              <a:t>user.email</a:t>
            </a:r>
            <a:r>
              <a:rPr lang="en-US" sz="4400" dirty="0"/>
              <a:t> "your.email@example.com"</a:t>
            </a:r>
            <a:endParaRPr lang="en-US" sz="4400" dirty="0"/>
          </a:p>
        </p:txBody>
      </p:sp>
    </p:spTree>
    <p:extLst>
      <p:ext uri="{BB962C8B-B14F-4D97-AF65-F5344CB8AC3E}">
        <p14:creationId xmlns:p14="http://schemas.microsoft.com/office/powerpoint/2010/main" val="31080945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Git Commands</a:t>
            </a:r>
            <a:endParaRPr lang="en-US" dirty="0"/>
          </a:p>
        </p:txBody>
      </p:sp>
      <p:pic>
        <p:nvPicPr>
          <p:cNvPr id="4" name="Content Placeholder 3" descr="Screen Clipping"/>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617221" y="2133600"/>
            <a:ext cx="7917179" cy="2895600"/>
          </a:xfrm>
        </p:spPr>
      </p:pic>
    </p:spTree>
    <p:extLst>
      <p:ext uri="{BB962C8B-B14F-4D97-AF65-F5344CB8AC3E}">
        <p14:creationId xmlns:p14="http://schemas.microsoft.com/office/powerpoint/2010/main" val="28102628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Screen Clipping"/>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457200" y="533400"/>
            <a:ext cx="7855132" cy="4648200"/>
          </a:xfrm>
        </p:spPr>
      </p:pic>
    </p:spTree>
    <p:extLst>
      <p:ext uri="{BB962C8B-B14F-4D97-AF65-F5344CB8AC3E}">
        <p14:creationId xmlns:p14="http://schemas.microsoft.com/office/powerpoint/2010/main" val="28535242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Screen Clipping"/>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213530" y="381000"/>
            <a:ext cx="8893998" cy="5562600"/>
          </a:xfrm>
        </p:spPr>
      </p:pic>
    </p:spTree>
    <p:extLst>
      <p:ext uri="{BB962C8B-B14F-4D97-AF65-F5344CB8AC3E}">
        <p14:creationId xmlns:p14="http://schemas.microsoft.com/office/powerpoint/2010/main" val="16706888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Screen Clipping"/>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125044" y="609600"/>
            <a:ext cx="9005101" cy="5276259"/>
          </a:xfrm>
        </p:spPr>
      </p:pic>
    </p:spTree>
    <p:extLst>
      <p:ext uri="{BB962C8B-B14F-4D97-AF65-F5344CB8AC3E}">
        <p14:creationId xmlns:p14="http://schemas.microsoft.com/office/powerpoint/2010/main" val="29193291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Screen Clipping"/>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426953" y="685800"/>
            <a:ext cx="8454711" cy="5334000"/>
          </a:xfrm>
        </p:spPr>
      </p:pic>
    </p:spTree>
    <p:extLst>
      <p:ext uri="{BB962C8B-B14F-4D97-AF65-F5344CB8AC3E}">
        <p14:creationId xmlns:p14="http://schemas.microsoft.com/office/powerpoint/2010/main" val="40136126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
            </a:r>
            <a:br>
              <a:rPr lang="en-US" b="1" dirty="0"/>
            </a:br>
            <a:r>
              <a:rPr lang="en-US" b="1" dirty="0"/>
              <a:t>Common Git Commands</a:t>
            </a:r>
            <a:endParaRPr lang="en-US" dirty="0"/>
          </a:p>
        </p:txBody>
      </p:sp>
      <p:sp>
        <p:nvSpPr>
          <p:cNvPr id="3" name="Content Placeholder 2"/>
          <p:cNvSpPr>
            <a:spLocks noGrp="1"/>
          </p:cNvSpPr>
          <p:nvPr>
            <p:ph sz="quarter" idx="13"/>
          </p:nvPr>
        </p:nvSpPr>
        <p:spPr/>
        <p:txBody>
          <a:bodyPr>
            <a:normAutofit fontScale="92500"/>
          </a:bodyPr>
          <a:lstStyle/>
          <a:p>
            <a:r>
              <a:rPr lang="en-US" sz="2400" b="1" dirty="0" err="1"/>
              <a:t>git</a:t>
            </a:r>
            <a:r>
              <a:rPr lang="en-US" sz="2400" b="1" dirty="0"/>
              <a:t> </a:t>
            </a:r>
            <a:r>
              <a:rPr lang="en-US" sz="2400" b="1" dirty="0" err="1"/>
              <a:t>init</a:t>
            </a:r>
            <a:r>
              <a:rPr lang="en-US" sz="2400" dirty="0"/>
              <a:t>: Initializes a new Git repository.</a:t>
            </a:r>
          </a:p>
          <a:p>
            <a:r>
              <a:rPr lang="en-US" sz="2400" b="1" dirty="0" err="1"/>
              <a:t>git</a:t>
            </a:r>
            <a:r>
              <a:rPr lang="en-US" sz="2400" b="1" dirty="0"/>
              <a:t> clone [</a:t>
            </a:r>
            <a:r>
              <a:rPr lang="en-US" sz="2400" b="1" dirty="0" err="1"/>
              <a:t>url</a:t>
            </a:r>
            <a:r>
              <a:rPr lang="en-US" sz="2400" b="1" dirty="0"/>
              <a:t>]</a:t>
            </a:r>
            <a:r>
              <a:rPr lang="en-US" sz="2400" dirty="0"/>
              <a:t>: Clones an existing repository from a URL.</a:t>
            </a:r>
          </a:p>
          <a:p>
            <a:r>
              <a:rPr lang="en-US" sz="2400" b="1" dirty="0" err="1"/>
              <a:t>git</a:t>
            </a:r>
            <a:r>
              <a:rPr lang="en-US" sz="2400" b="1" dirty="0"/>
              <a:t> add [file]</a:t>
            </a:r>
            <a:r>
              <a:rPr lang="en-US" sz="2400" dirty="0"/>
              <a:t>: Adds files to the staging area.</a:t>
            </a:r>
          </a:p>
          <a:p>
            <a:r>
              <a:rPr lang="en-US" sz="2400" b="1" dirty="0" err="1"/>
              <a:t>git</a:t>
            </a:r>
            <a:r>
              <a:rPr lang="en-US" sz="2400" b="1" dirty="0"/>
              <a:t> commit -m "message"</a:t>
            </a:r>
            <a:r>
              <a:rPr lang="en-US" sz="2400" dirty="0"/>
              <a:t>: Commits the staged changes with a message.</a:t>
            </a:r>
          </a:p>
          <a:p>
            <a:r>
              <a:rPr lang="en-US" sz="2400" b="1" dirty="0" err="1"/>
              <a:t>git</a:t>
            </a:r>
            <a:r>
              <a:rPr lang="en-US" sz="2400" b="1" dirty="0"/>
              <a:t> status</a:t>
            </a:r>
            <a:r>
              <a:rPr lang="en-US" sz="2400" dirty="0"/>
              <a:t>: Shows the current status of the repository.</a:t>
            </a:r>
          </a:p>
          <a:p>
            <a:r>
              <a:rPr lang="en-US" sz="2400" b="1" dirty="0" err="1"/>
              <a:t>git</a:t>
            </a:r>
            <a:r>
              <a:rPr lang="en-US" sz="2400" b="1" dirty="0"/>
              <a:t> push [remote] [branch]</a:t>
            </a:r>
            <a:r>
              <a:rPr lang="en-US" sz="2400" dirty="0"/>
              <a:t>: Pushes changes to a remote repository.</a:t>
            </a:r>
          </a:p>
          <a:p>
            <a:r>
              <a:rPr lang="en-US" sz="2400" b="1" dirty="0" err="1"/>
              <a:t>git</a:t>
            </a:r>
            <a:r>
              <a:rPr lang="en-US" sz="2400" b="1" dirty="0"/>
              <a:t> pull [remote]</a:t>
            </a:r>
            <a:r>
              <a:rPr lang="en-US" sz="2400" dirty="0"/>
              <a:t>: Fetches and merges changes from a remote repository.</a:t>
            </a:r>
          </a:p>
          <a:p>
            <a:pPr marL="0" indent="0">
              <a:buNone/>
            </a:pPr>
            <a:endParaRPr lang="en-US" dirty="0"/>
          </a:p>
        </p:txBody>
      </p:sp>
    </p:spTree>
    <p:extLst>
      <p:ext uri="{BB962C8B-B14F-4D97-AF65-F5344CB8AC3E}">
        <p14:creationId xmlns:p14="http://schemas.microsoft.com/office/powerpoint/2010/main" val="10843609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a:t>What is GitHub?</a:t>
            </a:r>
            <a:r>
              <a:rPr lang="en-US" b="1" dirty="0"/>
              <a:t/>
            </a:r>
            <a:br>
              <a:rPr lang="en-US" b="1" dirty="0"/>
            </a:br>
            <a:endParaRPr lang="en-US" dirty="0"/>
          </a:p>
        </p:txBody>
      </p:sp>
      <p:sp>
        <p:nvSpPr>
          <p:cNvPr id="3" name="Content Placeholder 2"/>
          <p:cNvSpPr>
            <a:spLocks noGrp="1"/>
          </p:cNvSpPr>
          <p:nvPr>
            <p:ph sz="quarter" idx="13"/>
          </p:nvPr>
        </p:nvSpPr>
        <p:spPr/>
        <p:txBody>
          <a:bodyPr>
            <a:noAutofit/>
          </a:bodyPr>
          <a:lstStyle/>
          <a:p>
            <a:r>
              <a:rPr lang="en-US" sz="5400" b="1" dirty="0"/>
              <a:t>GitHub</a:t>
            </a:r>
            <a:r>
              <a:rPr lang="en-US" sz="5400" dirty="0"/>
              <a:t> is a web-based platform that uses Git for version control and provides a collaborative environment for developers</a:t>
            </a:r>
            <a:endParaRPr lang="en-US" sz="5400" dirty="0"/>
          </a:p>
        </p:txBody>
      </p:sp>
    </p:spTree>
    <p:extLst>
      <p:ext uri="{BB962C8B-B14F-4D97-AF65-F5344CB8AC3E}">
        <p14:creationId xmlns:p14="http://schemas.microsoft.com/office/powerpoint/2010/main" val="9339647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Common GitHub Features</a:t>
            </a:r>
            <a:br>
              <a:rPr lang="en-US" b="1" dirty="0"/>
            </a:br>
            <a:endParaRPr lang="en-US" dirty="0"/>
          </a:p>
        </p:txBody>
      </p:sp>
      <p:sp>
        <p:nvSpPr>
          <p:cNvPr id="3" name="Content Placeholder 2"/>
          <p:cNvSpPr>
            <a:spLocks noGrp="1"/>
          </p:cNvSpPr>
          <p:nvPr>
            <p:ph sz="quarter" idx="13"/>
          </p:nvPr>
        </p:nvSpPr>
        <p:spPr/>
        <p:txBody>
          <a:bodyPr>
            <a:normAutofit fontScale="92500"/>
          </a:bodyPr>
          <a:lstStyle/>
          <a:p>
            <a:r>
              <a:rPr lang="en-US" b="1" dirty="0"/>
              <a:t>Repository Hosting</a:t>
            </a:r>
            <a:r>
              <a:rPr lang="en-US" dirty="0"/>
              <a:t>: GitHub hosts Git repositories online, making it easy to share code with others.</a:t>
            </a:r>
          </a:p>
          <a:p>
            <a:r>
              <a:rPr lang="en-US" b="1" dirty="0"/>
              <a:t>Collaboration Tools</a:t>
            </a:r>
            <a:r>
              <a:rPr lang="en-US" dirty="0"/>
              <a:t>: GitHub provides tools like pull requests, code reviews, and issues to help teams collaborate more effectively.</a:t>
            </a:r>
          </a:p>
          <a:p>
            <a:r>
              <a:rPr lang="en-US" b="1" dirty="0"/>
              <a:t>Project Management</a:t>
            </a:r>
            <a:r>
              <a:rPr lang="en-US" dirty="0"/>
              <a:t>: Tools like project boards, issues, and milestones help manage projects efficiently.</a:t>
            </a:r>
          </a:p>
          <a:p>
            <a:r>
              <a:rPr lang="en-US" b="1" dirty="0"/>
              <a:t>GitHub Actions</a:t>
            </a:r>
            <a:r>
              <a:rPr lang="en-US" dirty="0"/>
              <a:t>: A feature that provides CI/CD (Continuous Integration/Continuous Deployment) capabilities to automate workflows.</a:t>
            </a:r>
          </a:p>
          <a:p>
            <a:r>
              <a:rPr lang="en-US" b="1" dirty="0"/>
              <a:t>Social Coding</a:t>
            </a:r>
            <a:r>
              <a:rPr lang="en-US" dirty="0"/>
              <a:t>: GitHub fosters a community where developers can follow projects, contribute to open-source projects, and collaborate with others.</a:t>
            </a:r>
          </a:p>
          <a:p>
            <a:r>
              <a:rPr lang="en-US" b="1" dirty="0"/>
              <a:t>Documentation</a:t>
            </a:r>
            <a:r>
              <a:rPr lang="en-US" dirty="0"/>
              <a:t>: GitHub Pages allow you to host documentation websites for your projects.</a:t>
            </a:r>
          </a:p>
          <a:p>
            <a:r>
              <a:rPr lang="en-US" b="1" dirty="0"/>
              <a:t>Security</a:t>
            </a:r>
            <a:r>
              <a:rPr lang="en-US" dirty="0"/>
              <a:t>: GitHub offers tools for dependency vulnerability alerts, secret scanning, and more to ensure your code is secure</a:t>
            </a:r>
          </a:p>
          <a:p>
            <a:endParaRPr lang="en-US" dirty="0"/>
          </a:p>
        </p:txBody>
      </p:sp>
    </p:spTree>
    <p:extLst>
      <p:ext uri="{BB962C8B-B14F-4D97-AF65-F5344CB8AC3E}">
        <p14:creationId xmlns:p14="http://schemas.microsoft.com/office/powerpoint/2010/main" val="3702792402"/>
      </p:ext>
    </p:extLst>
  </p:cSld>
  <p:clrMapOvr>
    <a:masterClrMapping/>
  </p:clrMapOvr>
</p:sld>
</file>

<file path=ppt/theme/theme1.xml><?xml version="1.0" encoding="utf-8"?>
<a:theme xmlns:a="http://schemas.openxmlformats.org/drawingml/2006/main" name="Horizon">
  <a:themeElements>
    <a:clrScheme name="Horizon">
      <a:dk1>
        <a:srgbClr val="000000"/>
      </a:dk1>
      <a:lt1>
        <a:srgbClr val="FFFFFF"/>
      </a:lt1>
      <a:dk2>
        <a:srgbClr val="1F2123"/>
      </a:dk2>
      <a:lt2>
        <a:srgbClr val="DC9E1F"/>
      </a:lt2>
      <a:accent1>
        <a:srgbClr val="7E97AD"/>
      </a:accent1>
      <a:accent2>
        <a:srgbClr val="CC8E60"/>
      </a:accent2>
      <a:accent3>
        <a:srgbClr val="7A6A60"/>
      </a:accent3>
      <a:accent4>
        <a:srgbClr val="B4936D"/>
      </a:accent4>
      <a:accent5>
        <a:srgbClr val="67787B"/>
      </a:accent5>
      <a:accent6>
        <a:srgbClr val="9D936F"/>
      </a:accent6>
      <a:hlink>
        <a:srgbClr val="646464"/>
      </a:hlink>
      <a:folHlink>
        <a:srgbClr val="969696"/>
      </a:folHlink>
    </a:clrScheme>
    <a:fontScheme name="Horizon">
      <a:majorFont>
        <a:latin typeface="Arial Narrow"/>
        <a:ea typeface=""/>
        <a:cs typeface=""/>
        <a:font script="Jpan" typeface="HGｺﾞｼｯｸM"/>
        <a:font script="Hang" typeface="HY얕은샘물M"/>
        <a:font script="Hans" typeface="方正姚体"/>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Narrow"/>
        <a:ea typeface=""/>
        <a:cs typeface=""/>
        <a:font script="Jpan" typeface="HGｺﾞｼｯｸM"/>
        <a:font script="Hang" typeface="HY얕은샘물M"/>
        <a:font script="Hans" typeface="方正姚体"/>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Horizon">
      <a:fillStyleLst>
        <a:solidFill>
          <a:schemeClr val="phClr"/>
        </a:solidFill>
        <a:gradFill rotWithShape="1">
          <a:gsLst>
            <a:gs pos="0">
              <a:schemeClr val="phClr">
                <a:tint val="83000"/>
                <a:shade val="100000"/>
                <a:satMod val="100000"/>
              </a:schemeClr>
            </a:gs>
            <a:gs pos="100000">
              <a:schemeClr val="phClr">
                <a:tint val="61000"/>
                <a:alpha val="100000"/>
                <a:satMod val="200000"/>
              </a:schemeClr>
            </a:gs>
          </a:gsLst>
          <a:path path="circle">
            <a:fillToRect l="100000" t="100000" r="100000" b="100000"/>
          </a:path>
        </a:gradFill>
        <a:gradFill rotWithShape="1">
          <a:gsLst>
            <a:gs pos="0">
              <a:schemeClr val="phClr">
                <a:shade val="85000"/>
              </a:schemeClr>
            </a:gs>
            <a:gs pos="100000">
              <a:schemeClr val="phClr">
                <a:tint val="90000"/>
                <a:alpha val="100000"/>
                <a:satMod val="200000"/>
              </a:schemeClr>
            </a:gs>
          </a:gsLst>
          <a:path path="circle">
            <a:fillToRect l="100000" t="100000" r="100000" b="100000"/>
          </a:path>
        </a:gradFill>
      </a:fillStyleLst>
      <a:lnStyleLst>
        <a:ln w="9525" cap="flat" cmpd="sng" algn="ctr">
          <a:solidFill>
            <a:schemeClr val="phClr"/>
          </a:solidFill>
          <a:prstDash val="solid"/>
        </a:ln>
        <a:ln w="10795" cap="flat" cmpd="sng" algn="ctr">
          <a:solidFill>
            <a:schemeClr val="phClr"/>
          </a:solidFill>
          <a:prstDash val="solid"/>
        </a:ln>
        <a:ln w="15240" cap="flat" cmpd="sng" algn="ctr">
          <a:solidFill>
            <a:schemeClr val="phClr">
              <a:tint val="25000"/>
              <a:alpha val="25000"/>
            </a:scheme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2924" dir="5400000" rotWithShape="0">
              <a:srgbClr val="000000">
                <a:alpha val="40000"/>
              </a:srgbClr>
            </a:outerShdw>
          </a:effectLst>
        </a:effectStyle>
        <a:effectStyle>
          <a:effectLst>
            <a:outerShdw blurRad="50800" dist="25400" dir="5400000" rotWithShape="0">
              <a:srgbClr val="000000">
                <a:alpha val="40000"/>
              </a:srgbClr>
            </a:outerShdw>
          </a:effectLst>
          <a:scene3d>
            <a:camera prst="orthographicFront">
              <a:rot lat="0" lon="0" rev="0"/>
            </a:camera>
            <a:lightRig rig="flat" dir="t">
              <a:rot lat="0" lon="0" rev="3600000"/>
            </a:lightRig>
          </a:scene3d>
          <a:sp3d prstMaterial="flat">
            <a:bevelT w="34925" h="47625" prst="coolSlant"/>
          </a:sp3d>
        </a:effectStyle>
      </a:effectStyleLst>
      <a:bgFillStyleLst>
        <a:solidFill>
          <a:schemeClr val="phClr"/>
        </a:solidFill>
        <a:gradFill rotWithShape="1">
          <a:gsLst>
            <a:gs pos="0">
              <a:schemeClr val="phClr">
                <a:tint val="96000"/>
                <a:shade val="100000"/>
                <a:alpha val="100000"/>
                <a:satMod val="140000"/>
              </a:schemeClr>
            </a:gs>
            <a:gs pos="31000">
              <a:schemeClr val="phClr">
                <a:tint val="100000"/>
                <a:shade val="90000"/>
                <a:alpha val="100000"/>
              </a:schemeClr>
            </a:gs>
            <a:gs pos="100000">
              <a:schemeClr val="phClr">
                <a:tint val="100000"/>
                <a:shade val="80000"/>
                <a:alpha val="100000"/>
              </a:schemeClr>
            </a:gs>
          </a:gsLst>
          <a:lin ang="5400000" scaled="0"/>
        </a:gradFill>
        <a:gradFill rotWithShape="1">
          <a:gsLst>
            <a:gs pos="0">
              <a:schemeClr val="phClr">
                <a:tint val="96000"/>
                <a:shade val="100000"/>
                <a:alpha val="100000"/>
                <a:satMod val="180000"/>
              </a:schemeClr>
            </a:gs>
            <a:gs pos="41000">
              <a:schemeClr val="phClr">
                <a:tint val="100000"/>
                <a:shade val="100000"/>
                <a:alpha val="100000"/>
                <a:satMod val="150000"/>
              </a:schemeClr>
            </a:gs>
            <a:gs pos="100000">
              <a:schemeClr val="phClr">
                <a:tint val="100000"/>
                <a:shade val="65000"/>
                <a:alpha val="100000"/>
              </a:schemeClr>
            </a:gs>
          </a:gsLst>
          <a:path path="circle">
            <a:fillToRect l="50000" t="80000" r="100000" b="10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Horizon</Template>
  <TotalTime>149</TotalTime>
  <Words>483</Words>
  <Application>Microsoft Office PowerPoint</Application>
  <PresentationFormat>On-screen Show (4:3)</PresentationFormat>
  <Paragraphs>34</Paragraphs>
  <Slides>13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Arial Narrow</vt:lpstr>
      <vt:lpstr>Horizon</vt:lpstr>
      <vt:lpstr>AI &amp; Machine Learning   Week 2  Lecture 1.1 </vt:lpstr>
      <vt:lpstr>Git &amp; GitHub</vt:lpstr>
      <vt:lpstr>What is Git</vt:lpstr>
      <vt:lpstr>key aspects of Git</vt:lpstr>
      <vt:lpstr>Setting Local Username and Email </vt:lpstr>
      <vt:lpstr>Git Commands</vt:lpstr>
      <vt:lpstr>PowerPoint Presentation</vt:lpstr>
      <vt:lpstr>PowerPoint Presentation</vt:lpstr>
      <vt:lpstr>PowerPoint Presentation</vt:lpstr>
      <vt:lpstr>PowerPoint Presentation</vt:lpstr>
      <vt:lpstr> Common Git Commands</vt:lpstr>
      <vt:lpstr>What is GitHub? </vt:lpstr>
      <vt:lpstr>Common GitHub Features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&amp; Machine Learning   Lecture 1</dc:title>
  <dc:creator>hp</dc:creator>
  <cp:lastModifiedBy>User</cp:lastModifiedBy>
  <cp:revision>15</cp:revision>
  <dcterms:created xsi:type="dcterms:W3CDTF">2024-05-14T03:55:50Z</dcterms:created>
  <dcterms:modified xsi:type="dcterms:W3CDTF">2024-05-19T14:46:09Z</dcterms:modified>
</cp:coreProperties>
</file>