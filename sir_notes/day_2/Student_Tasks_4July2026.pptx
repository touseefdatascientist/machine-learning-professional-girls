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097280"/>
            <a:ext cx="3291840" cy="329184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84048"/>
            <a:ext cx="640080" cy="640080"/>
          </a:xfrm>
          <a:prstGeom prst="ellipse">
            <a:avLst/>
          </a:prstGeom>
          <a:solidFill>
            <a:srgbClr val="D4A9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39496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3474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TASKS  •  SATURDAY, 4 JULY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25880" y="65836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Assignment Announcement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Students, please complete the following two tasks within the given timeline: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2402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40487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258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#1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691640" y="249631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Video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22960" y="3063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short, professional introduction video mentioning: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68680" y="3529584"/>
            <a:ext cx="91440" cy="91440"/>
          </a:xfrm>
          <a:prstGeom prst="ellipse">
            <a:avLst/>
          </a:prstGeom>
          <a:solidFill>
            <a:srgbClr val="D4A93A"/>
          </a:solidFill>
          <a:ln/>
        </p:spPr>
      </p:sp>
      <p:sp>
        <p:nvSpPr>
          <p:cNvPr id="16" name="Text 12"/>
          <p:cNvSpPr/>
          <p:nvPr/>
        </p:nvSpPr>
        <p:spPr>
          <a:xfrm>
            <a:off x="1097280" y="3419856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full name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68680" y="3895344"/>
            <a:ext cx="91440" cy="91440"/>
          </a:xfrm>
          <a:prstGeom prst="ellipse">
            <a:avLst/>
          </a:prstGeom>
          <a:solidFill>
            <a:srgbClr val="D4A93A"/>
          </a:solidFill>
          <a:ln/>
        </p:spPr>
      </p:sp>
      <p:sp>
        <p:nvSpPr>
          <p:cNvPr id="18" name="Text 14"/>
          <p:cNvSpPr/>
          <p:nvPr/>
        </p:nvSpPr>
        <p:spPr>
          <a:xfrm>
            <a:off x="1097280" y="3785616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degree / program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68680" y="4261104"/>
            <a:ext cx="91440" cy="91440"/>
          </a:xfrm>
          <a:prstGeom prst="ellipse">
            <a:avLst/>
          </a:prstGeom>
          <a:solidFill>
            <a:srgbClr val="D4A93A"/>
          </a:solidFill>
          <a:ln/>
        </p:spPr>
      </p:sp>
      <p:sp>
        <p:nvSpPr>
          <p:cNvPr id="20" name="Text 16"/>
          <p:cNvSpPr/>
          <p:nvPr/>
        </p:nvSpPr>
        <p:spPr>
          <a:xfrm>
            <a:off x="1097280" y="4151376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university name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68680" y="4626864"/>
            <a:ext cx="91440" cy="91440"/>
          </a:xfrm>
          <a:prstGeom prst="ellipse">
            <a:avLst/>
          </a:prstGeom>
          <a:solidFill>
            <a:srgbClr val="D4A93A"/>
          </a:solidFill>
          <a:ln/>
        </p:spPr>
      </p:sp>
      <p:sp>
        <p:nvSpPr>
          <p:cNvPr id="22" name="Text 18"/>
          <p:cNvSpPr/>
          <p:nvPr/>
        </p:nvSpPr>
        <p:spPr>
          <a:xfrm>
            <a:off x="1097280" y="4517136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you are undergoing Microsoft AI-901 (Azure AI Fundamentals) training under the CMSTI Project, conducted by TVTA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68680" y="5193792"/>
            <a:ext cx="91440" cy="91440"/>
          </a:xfrm>
          <a:prstGeom prst="ellipse">
            <a:avLst/>
          </a:prstGeom>
          <a:solidFill>
            <a:srgbClr val="D4A93A"/>
          </a:solidFill>
          <a:ln/>
        </p:spPr>
      </p:sp>
      <p:sp>
        <p:nvSpPr>
          <p:cNvPr id="24" name="Text 20"/>
          <p:cNvSpPr/>
          <p:nvPr/>
        </p:nvSpPr>
        <p:spPr>
          <a:xfrm>
            <a:off x="1097280" y="5084064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supervision of Mr. Touseef Ahmed Abbasi, National Trainer – Artificial Intelligence &amp; Machine Learning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22960" y="5486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clear, confident, and professionally presented.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217920" y="196596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492240" y="2240280"/>
            <a:ext cx="685800" cy="685800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404872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360920" y="2258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#2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7360920" y="249631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Data Science Certificate</a:t>
            </a:r>
            <a:endParaRPr lang="en-US" sz="17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154680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903720" y="308152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Python Data Science course on Cognitive Class AI</a:t>
            </a:r>
            <a:endParaRPr lang="en-US" sz="115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931920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903720" y="385876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your course completion certificate</a:t>
            </a:r>
            <a:endParaRPr lang="en-US" sz="115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498848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903720" y="442569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certificate to your LinkedIn profile</a:t>
            </a:r>
            <a:endParaRPr lang="en-US" sz="115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5065776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903720" y="499262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Mr. Touseef Ahmed Abbasi, National Trainer – AI &amp; Machine Learning, in your LinkedIn post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548640" y="617220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548640" y="6263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</a:t>
            </a:r>
            <a:pPr indent="0" marL="0">
              <a:buNone/>
            </a:pPr>
            <a:r>
              <a:rPr lang="en-US" sz="11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both tasks within the given timeline. Contact your instructor for any issues.
</a:t>
            </a:r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and best wishes for successful completion!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2026-07-06T07:29:09Z</dcterms:created>
  <dcterms:modified xsi:type="dcterms:W3CDTF">2026-07-06T07:29:09Z</dcterms:modified>
</cp:coreProperties>
</file>