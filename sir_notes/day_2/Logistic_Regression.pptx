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9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3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8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8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3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0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7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4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6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1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8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56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Topic: Logistic Regression (Mathematical + Practical View)</a:t>
            </a:r>
          </a:p>
          <a:p>
            <a:pPr lvl="1"/>
            <a:r>
              <a:t>Used for binary classification problems</a:t>
            </a:r>
          </a:p>
          <a:p>
            <a:pPr lvl="1"/>
            <a:r>
              <a:t>Output: Probability between 0 and 1</a:t>
            </a:r>
          </a:p>
          <a:p>
            <a:pPr lvl="1"/>
            <a:r>
              <a:t>Example: Student Pass (1) or Fail (0)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want to predict: Pass or Fail</a:t>
            </a:r>
          </a:p>
          <a:p>
            <a:pPr marL="457200" lvl="1" indent="0">
              <a:buNone/>
            </a:pPr>
            <a:r>
              <a:rPr dirty="0"/>
              <a:t>x₁ = Hours studied</a:t>
            </a:r>
          </a:p>
          <a:p>
            <a:pPr marL="457200" lvl="1" indent="0">
              <a:buNone/>
            </a:pPr>
            <a:r>
              <a:rPr dirty="0"/>
              <a:t>x₂ = Attendance percentage</a:t>
            </a:r>
          </a:p>
          <a:p>
            <a:pPr marL="457200" lvl="1" indent="0">
              <a:buNone/>
            </a:pPr>
            <a:r>
              <a:rPr dirty="0"/>
              <a:t>y = 1 (Pass), y = 0 (Fail)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First step is linear equation</a:t>
            </a:r>
          </a:p>
          <a:p>
            <a:pPr marL="457200" lvl="1" indent="0">
              <a:buNone/>
            </a:pPr>
            <a:r>
              <a:rPr dirty="0"/>
              <a:t>z = </a:t>
            </a:r>
            <a:r>
              <a:rPr dirty="0" err="1"/>
              <a:t>w₁x</a:t>
            </a:r>
            <a:r>
              <a:rPr dirty="0"/>
              <a:t>₁ + </a:t>
            </a:r>
            <a:r>
              <a:rPr dirty="0" err="1"/>
              <a:t>w₂x</a:t>
            </a:r>
            <a:r>
              <a:rPr dirty="0"/>
              <a:t>₂ + b</a:t>
            </a:r>
          </a:p>
          <a:p>
            <a:pPr marL="457200" lvl="1" indent="0">
              <a:buNone/>
            </a:pPr>
            <a:r>
              <a:rPr dirty="0"/>
              <a:t>w = weights, b = bias</a:t>
            </a:r>
          </a:p>
          <a:p>
            <a:pPr marL="457200" lvl="1" indent="0">
              <a:buNone/>
            </a:pPr>
            <a:r>
              <a:rPr dirty="0"/>
              <a:t>z is not probability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Convert z into probability</a:t>
            </a:r>
          </a:p>
          <a:p>
            <a:pPr marL="457200" lvl="1" indent="0">
              <a:buNone/>
            </a:pPr>
            <a:r>
              <a:rPr dirty="0"/>
              <a:t>σ(z) = 1 / (1 + e⁻ᶻ)</a:t>
            </a:r>
          </a:p>
          <a:p>
            <a:pPr marL="457200" lvl="1" indent="0">
              <a:buNone/>
            </a:pPr>
            <a:r>
              <a:rPr dirty="0"/>
              <a:t>Output range: 0 to 1</a:t>
            </a:r>
          </a:p>
          <a:p>
            <a:pPr marL="457200" lvl="1" indent="0">
              <a:buNone/>
            </a:pPr>
            <a:r>
              <a:rPr dirty="0"/>
              <a:t>Closer to 1 → Pass, closer to 0 → 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Assume: w₁=1, w₂=0.05, b = -5</a:t>
            </a:r>
          </a:p>
          <a:p>
            <a:pPr marL="457200" lvl="1" indent="0">
              <a:buNone/>
            </a:pPr>
            <a:r>
              <a:rPr dirty="0"/>
              <a:t>Student: x₁=5 hours, x₂=70%</a:t>
            </a:r>
          </a:p>
          <a:p>
            <a:pPr marL="457200" lvl="1" indent="0">
              <a:buNone/>
            </a:pPr>
            <a:r>
              <a:rPr dirty="0"/>
              <a:t>z = (1×5) + (0.05×70) - 5 = 3.5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Sigmoid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σ(3.5) = 1 / (1 + e⁻³·⁵)</a:t>
            </a:r>
          </a:p>
          <a:p>
            <a:pPr marL="457200" lvl="1" indent="0">
              <a:buNone/>
            </a:pPr>
            <a:r>
              <a:rPr dirty="0"/>
              <a:t>≈ 1 / (1 + 0.03)</a:t>
            </a:r>
          </a:p>
          <a:p>
            <a:pPr marL="457200" lvl="1" indent="0">
              <a:buNone/>
            </a:pPr>
            <a:r>
              <a:rPr dirty="0"/>
              <a:t>≈ 0.97</a:t>
            </a:r>
          </a:p>
          <a:p>
            <a:pPr marL="457200" lvl="1" indent="0">
              <a:buNone/>
            </a:pPr>
            <a:r>
              <a:rPr dirty="0"/>
              <a:t>97% chance student will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If probability ≥ 0.5 → Class 1 (Pass)</a:t>
            </a:r>
          </a:p>
          <a:p>
            <a:pPr marL="457200" lvl="1" indent="0">
              <a:buNone/>
            </a:pPr>
            <a:r>
              <a:rPr dirty="0"/>
              <a:t>If probability &lt; 0.5 → Class 0 (Fail)</a:t>
            </a:r>
          </a:p>
          <a:p>
            <a:pPr marL="457200" lvl="1" indent="0">
              <a:buNone/>
            </a:pPr>
            <a:r>
              <a:rPr dirty="0"/>
              <a:t>Here: 0.97 ≥ 0.5 →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probability = 0.5</a:t>
            </a:r>
          </a:p>
          <a:p>
            <a:pPr lvl="1"/>
            <a:r>
              <a:t>z = 0</a:t>
            </a:r>
          </a:p>
          <a:p>
            <a:pPr lvl="1"/>
            <a:r>
              <a:t>w₁x₁ + w₂x₂ + b = 0</a:t>
            </a:r>
          </a:p>
          <a:p>
            <a:pPr lvl="1"/>
            <a:r>
              <a:t>This line separates classes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learns by minimizing error</a:t>
            </a:r>
          </a:p>
          <a:p>
            <a:pPr lvl="1"/>
            <a:r>
              <a:t>Loss = −[y log(h) + (1−y) log(1−h)]</a:t>
            </a:r>
          </a:p>
          <a:p>
            <a:pPr lvl="1"/>
            <a:r>
              <a:t>This is called Log Loss</a:t>
            </a:r>
          </a:p>
          <a:p>
            <a:pPr lvl="1"/>
            <a:r>
              <a:t>Goal: minimize total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Weights are updated again and again</a:t>
            </a:r>
          </a:p>
          <a:p>
            <a:pPr marL="457200" lvl="1" indent="0">
              <a:buNone/>
            </a:pPr>
            <a:r>
              <a:rPr dirty="0"/>
              <a:t>w = w − α ∂J/∂w</a:t>
            </a:r>
          </a:p>
          <a:p>
            <a:pPr marL="457200" lvl="1" indent="0">
              <a:buNone/>
            </a:pPr>
            <a:r>
              <a:rPr dirty="0"/>
              <a:t>b = b − α ∂J/∂b</a:t>
            </a:r>
          </a:p>
          <a:p>
            <a:pPr marL="457200" lvl="1" indent="0">
              <a:buNone/>
            </a:pPr>
            <a:r>
              <a:rPr dirty="0"/>
              <a:t>α = learning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equation + Sigmoid function</a:t>
            </a:r>
          </a:p>
          <a:p>
            <a:pPr lvl="1"/>
            <a:r>
              <a:t>Gives probability</a:t>
            </a:r>
          </a:p>
          <a:p>
            <a:pPr lvl="1"/>
            <a:r>
              <a:t>Log loss measures error</a:t>
            </a:r>
          </a:p>
          <a:p>
            <a:pPr lvl="1"/>
            <a:r>
              <a:t>Gradient descent finds best weights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357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Logistic Regression</vt:lpstr>
      <vt:lpstr>Problem Setup</vt:lpstr>
      <vt:lpstr>Linear Model</vt:lpstr>
      <vt:lpstr>Sigmoid Function</vt:lpstr>
      <vt:lpstr>Mathematical Example</vt:lpstr>
      <vt:lpstr>Applying Sigmoid</vt:lpstr>
      <vt:lpstr>Decision Rule</vt:lpstr>
      <vt:lpstr>Decision Boundary</vt:lpstr>
      <vt:lpstr>Loss Function</vt:lpstr>
      <vt:lpstr>Gradient Descent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TOUSEEF AHMED</dc:creator>
  <cp:keywords/>
  <dc:description>generated using python-pptx</dc:description>
  <cp:lastModifiedBy>TOUSEEF AHMED</cp:lastModifiedBy>
  <cp:revision>2</cp:revision>
  <dcterms:created xsi:type="dcterms:W3CDTF">2013-01-27T09:14:16Z</dcterms:created>
  <dcterms:modified xsi:type="dcterms:W3CDTF">2026-01-07T18:10:23Z</dcterms:modified>
  <cp:category/>
</cp:coreProperties>
</file>